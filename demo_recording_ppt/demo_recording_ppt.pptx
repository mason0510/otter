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Sui Intent Agent Demo 录制指南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目标</a:t>
            </a:r>
          </a:p>
          <a:p>
            <a:pPr>
              <a:spcBef>
                <a:spcPts val="1200"/>
              </a:spcBef>
              <a:defRPr sz="1800"/>
            </a:pPr>
            <a:r>
              <a:t>录制 3-5 分钟的高质量 Demo 视频</a:t>
            </a:r>
          </a:p>
          <a:p>
            <a:pPr>
              <a:spcBef>
                <a:spcPts val="1200"/>
              </a:spcBef>
              <a:defRPr sz="1800"/>
            </a:pPr>
            <a:r>
              <a:t>展示完整的技术栈和用户流程</a:t>
            </a:r>
          </a:p>
          <a:p>
            <a:pPr>
              <a:spcBef>
                <a:spcPts val="1200"/>
              </a:spcBef>
              <a:defRPr sz="1800"/>
            </a:pPr>
            <a:r>
              <a:t>符合 Sui Vibe 黑客松提交要求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录制前准备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录制前准备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环境检查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环境检查</a:t>
            </a:r>
          </a:p>
          <a:p>
            <a:pPr>
              <a:spcBef>
                <a:spcPts val="1200"/>
              </a:spcBef>
              <a:defRPr sz="1800"/>
            </a:pPr>
            <a:r>
              <a:t>✅ 已安装 Sui Wallet 扩展</a:t>
            </a:r>
          </a:p>
          <a:p>
            <a:pPr>
              <a:spcBef>
                <a:spcPts val="1200"/>
              </a:spcBef>
              <a:defRPr sz="1800"/>
            </a:pPr>
            <a:r>
              <a:t>✅ 钱包有测试网 SUI (0.5+ SUI)</a:t>
            </a:r>
          </a:p>
          <a:p>
            <a:pPr>
              <a:spcBef>
                <a:spcPts val="1200"/>
              </a:spcBef>
              <a:defRPr sz="1800"/>
            </a:pPr>
            <a:r>
              <a:t>✅ 本地服务运行: npm run dev</a:t>
            </a:r>
          </a:p>
          <a:p>
            <a:pPr>
              <a:spcBef>
                <a:spcPts val="1200"/>
              </a:spcBef>
              <a:defRPr sz="1800"/>
            </a:pPr>
            <a:r>
              <a:t>✅ 网络连接正常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工具准备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工具准备</a:t>
            </a:r>
          </a:p>
          <a:p>
            <a:pPr>
              <a:spcBef>
                <a:spcPts val="1200"/>
              </a:spcBef>
              <a:defRPr sz="1800"/>
            </a:pPr>
            <a:r>
              <a:t>屏幕录制工具: macOS 自带或 CleanShot X</a:t>
            </a:r>
          </a:p>
          <a:p>
            <a:pPr>
              <a:spcBef>
                <a:spcPts val="1200"/>
              </a:spcBef>
              <a:defRPr sz="1800"/>
            </a:pPr>
            <a:r>
              <a:t>录制区域: 1920x1080 或 1440x900</a:t>
            </a:r>
          </a:p>
          <a:p>
            <a:pPr>
              <a:spcBef>
                <a:spcPts val="1200"/>
              </a:spcBef>
              <a:defRPr sz="1800"/>
            </a:pPr>
            <a:r>
              <a:t>音频: 可选，建议添加背景音乐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第一部分：钱包操作 (30秒)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第一部分：钱包操作 (30秒)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步骤 1: 连接钱包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步骤 1: 连接钱包</a:t>
            </a:r>
          </a:p>
          <a:p>
            <a:pPr>
              <a:spcBef>
                <a:spcPts val="1200"/>
              </a:spcBef>
              <a:defRPr sz="1800"/>
            </a:pPr>
            <a:r>
              <a:t>打开应用，看到 "Sui Intent Agent" 标题</a:t>
            </a:r>
          </a:p>
          <a:p>
            <a:pPr>
              <a:spcBef>
                <a:spcPts val="1200"/>
              </a:spcBef>
              <a:defRPr sz="1800"/>
            </a:pPr>
            <a:r>
              <a:t>点击 "连接 Sui Wallet" 按钮</a:t>
            </a:r>
          </a:p>
          <a:p>
            <a:pPr>
              <a:spcBef>
                <a:spcPts val="1200"/>
              </a:spcBef>
              <a:defRPr sz="1800"/>
            </a:pPr>
            <a:r>
              <a:t>在弹出的钱包扩展中点击 "Approve"</a:t>
            </a:r>
          </a:p>
          <a:p>
            <a:pPr>
              <a:spcBef>
                <a:spcPts val="1200"/>
              </a:spcBef>
              <a:defRPr sz="1800"/>
            </a:pPr>
            <a:r>
              <a:t>重点: 清晰显示钱包地址 (0x8282...a236)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步骤 2: 确认连接状态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步骤 2: 确认连接状态</a:t>
            </a:r>
          </a:p>
          <a:p>
            <a:pPr>
              <a:spcBef>
                <a:spcPts val="1200"/>
              </a:spcBef>
              <a:defRPr sz="1800"/>
            </a:pPr>
            <a:r>
              <a:t>界面显示绿色连接状态</a:t>
            </a:r>
          </a:p>
          <a:p>
            <a:pPr>
              <a:spcBef>
                <a:spcPts val="1200"/>
              </a:spcBef>
              <a:defRPr sz="1800"/>
            </a:pPr>
            <a:r>
              <a:t>显示钱包地址缩写</a:t>
            </a:r>
          </a:p>
          <a:p>
            <a:pPr>
              <a:spcBef>
                <a:spcPts val="1200"/>
              </a:spcBef>
              <a:defRPr sz="1800"/>
            </a:pPr>
            <a:r>
              <a:t>强调: "已成功连接到 Sui Testnet"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步骤 3: 断开连接 (可选)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步骤 3: 断开连接 (可选)</a:t>
            </a:r>
          </a:p>
          <a:p>
            <a:pPr>
              <a:spcBef>
                <a:spcPts val="1200"/>
              </a:spcBef>
              <a:defRPr sz="1800"/>
            </a:pPr>
            <a:r>
              <a:t>点击 "断开连接" 按钮</a:t>
            </a:r>
          </a:p>
          <a:p>
            <a:pPr>
              <a:spcBef>
                <a:spcPts val="1200"/>
              </a:spcBef>
              <a:defRPr sz="1800"/>
            </a:pPr>
            <a:r>
              <a:t>重新连接，展示流程可重复性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第二部分：核心功能演示 (2-3分钟)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第二部分：核心功能演示 (2-3分钟)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场景 1: 简单 Swap (40秒)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场景 1: 简单 Swap (40秒)</a:t>
            </a:r>
          </a:p>
          <a:p>
            <a:pPr>
              <a:spcBef>
                <a:spcPts val="1200"/>
              </a:spcBef>
              <a:defRPr sz="1800"/>
            </a:pPr>
            <a:r>
              <a:t>输入: 把 10 SUI 换成 USDT，滑点 3%</a:t>
            </a:r>
          </a:p>
          <a:p>
            <a:pPr>
              <a:spcBef>
                <a:spcPts val="1200"/>
              </a:spcBef>
              <a:defRPr sz="1800"/>
            </a:pPr>
            <a:r>
              <a:t>操作流程:</a:t>
            </a:r>
          </a:p>
          <a:p>
            <a:pPr>
              <a:spcBef>
                <a:spcPts val="1200"/>
              </a:spcBef>
              <a:defRPr sz="1800"/>
            </a:pPr>
            <a:r>
              <a:t>Action 1: Swap</a:t>
            </a:r>
          </a:p>
          <a:p>
            <a:pPr>
              <a:spcBef>
                <a:spcPts val="1200"/>
              </a:spcBef>
              <a:defRPr sz="1800"/>
            </a:pPr>
            <a:r>
              <a:t>Token In: SUI, Token Out: USDT</a:t>
            </a:r>
          </a:p>
          <a:p>
            <a:pPr>
              <a:spcBef>
                <a:spcPts val="1200"/>
              </a:spcBef>
              <a:defRPr sz="1800"/>
            </a:pPr>
            <a:r>
              <a:t>Amount: 10, Slippage: 3%</a:t>
            </a:r>
          </a:p>
          <a:p>
            <a:pPr>
              <a:spcBef>
                <a:spcPts val="1200"/>
              </a:spcBef>
              <a:defRPr sz="1800"/>
            </a:pPr>
            <a:r>
              <a:t>预计 Gas: 0.001 SUI</a:t>
            </a:r>
          </a:p>
          <a:p>
            <a:pPr>
              <a:spcBef>
                <a:spcPts val="1200"/>
              </a:spcBef>
              <a:defRPr sz="1800"/>
            </a:pPr>
            <a:r>
              <a:t>点击 "✨ 一键签名并执行"</a:t>
            </a:r>
          </a:p>
          <a:p>
            <a:pPr>
              <a:spcBef>
                <a:spcPts val="1200"/>
              </a:spcBef>
              <a:defRPr sz="1800"/>
            </a:pPr>
            <a:r>
              <a:t>重点: 在钱包中签名，显示交易确认</a:t>
            </a:r>
          </a:p>
          <a:p>
            <a:pPr>
              <a:spcBef>
                <a:spcPts val="1200"/>
              </a:spcBef>
              <a:defRPr sz="1800"/>
            </a:pPr>
            <a:r>
              <a:t>结果: 显示 Transaction Digest</a:t>
            </a:r>
          </a:p>
          <a:p>
            <a:pPr>
              <a:spcBef>
                <a:spcPts val="1200"/>
              </a:spcBef>
              <a:defRPr sz="1800"/>
            </a:pPr>
            <a:r>
              <a:t>展示: 打开 Sui Explorer 查看交易</a:t>
            </a:r>
          </a:p>
          <a:p>
            <a:pPr>
              <a:spcBef>
                <a:spcPts val="1200"/>
              </a:spcBef>
              <a:defRPr sz="1800"/>
            </a:pPr>
            <a:r>
              <a:t>解说要点:</a:t>
            </a:r>
          </a:p>
          <a:p>
            <a:pPr>
              <a:spcBef>
                <a:spcPts val="1200"/>
              </a:spcBef>
              <a:defRPr sz="1800"/>
            </a:pPr>
            <a:r>
              <a:t>"使用自然语言描述交易意图"</a:t>
            </a:r>
          </a:p>
          <a:p>
            <a:pPr>
              <a:spcBef>
                <a:spcPts val="1200"/>
              </a:spcBef>
              <a:defRPr sz="1800"/>
            </a:pPr>
            <a:r>
              <a:t>"AI 自动解析并构建 PTB"</a:t>
            </a:r>
          </a:p>
          <a:p>
            <a:pPr>
              <a:spcBef>
                <a:spcPts val="1200"/>
              </a:spcBef>
              <a:defRPr sz="1800"/>
            </a:pPr>
            <a:r>
              <a:t>"用户只需确认签名，自动执行"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场景 2: 组合操作 (Swap + Transfer) (50秒)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场景 2: 组合操作 (Swap + Transfer) (50秒)</a:t>
            </a:r>
          </a:p>
          <a:p>
            <a:pPr>
              <a:spcBef>
                <a:spcPts val="1200"/>
              </a:spcBef>
              <a:defRPr sz="1800"/>
            </a:pPr>
            <a:r>
              <a:t>输入: 把 10 SUI 换成 USDT，然后转一半给 0x7b62...8f3a</a:t>
            </a:r>
          </a:p>
          <a:p>
            <a:pPr>
              <a:spcBef>
                <a:spcPts val="1200"/>
              </a:spcBef>
              <a:defRPr sz="1800"/>
            </a:pPr>
            <a:r>
              <a:t>操作流程:</a:t>
            </a:r>
          </a:p>
          <a:p>
            <a:pPr>
              <a:spcBef>
                <a:spcPts val="1200"/>
              </a:spcBef>
              <a:defRPr sz="1800"/>
            </a:pPr>
            <a:r>
              <a:t>Action 1: Swap (10 SUI → USDT)</a:t>
            </a:r>
          </a:p>
          <a:p>
            <a:pPr>
              <a:spcBef>
                <a:spcPts val="1200"/>
              </a:spcBef>
              <a:defRPr sz="1800"/>
            </a:pPr>
            <a:r>
              <a:t>Action 2: Transfer (5 USDT → 0x7b62...8f3a)</a:t>
            </a:r>
          </a:p>
          <a:p>
            <a:pPr>
              <a:spcBef>
                <a:spcPts val="1200"/>
              </a:spcBef>
              <a:defRPr sz="1800"/>
            </a:pPr>
            <a:r>
              <a:t>强调: "原子执行，要么全部成功，要么全部失败"</a:t>
            </a:r>
          </a:p>
          <a:p>
            <a:pPr>
              <a:spcBef>
                <a:spcPts val="1200"/>
              </a:spcBef>
              <a:defRPr sz="1800"/>
            </a:pPr>
            <a:r>
              <a:t>点击 "一键签名并执行"</a:t>
            </a:r>
          </a:p>
          <a:p>
            <a:pPr>
              <a:spcBef>
                <a:spcPts val="1200"/>
              </a:spcBef>
              <a:defRPr sz="1800"/>
            </a:pPr>
            <a:r>
              <a:t>展示交易结果</a:t>
            </a:r>
          </a:p>
          <a:p>
            <a:pPr>
              <a:spcBef>
                <a:spcPts val="1200"/>
              </a:spcBef>
              <a:defRPr sz="1800"/>
            </a:pPr>
            <a:r>
              <a:t>解说要点:</a:t>
            </a:r>
          </a:p>
          <a:p>
            <a:pPr>
              <a:spcBef>
                <a:spcPts val="1200"/>
              </a:spcBef>
              <a:defRPr sz="1800"/>
            </a:pPr>
            <a:r>
              <a:t>"支持复杂的多步操作"</a:t>
            </a:r>
          </a:p>
          <a:p>
            <a:pPr>
              <a:spcBef>
                <a:spcPts val="1200"/>
              </a:spcBef>
              <a:defRPr sz="1800"/>
            </a:pPr>
            <a:r>
              <a:t>"PTB 保证原子性"</a:t>
            </a:r>
          </a:p>
          <a:p>
            <a:pPr>
              <a:spcBef>
                <a:spcPts val="1200"/>
              </a:spcBef>
              <a:defRPr sz="1800"/>
            </a:pPr>
            <a:r>
              <a:t>"安全可靠的交易执行"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场景 3: 安全验证 (30秒)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场景 3: 安全验证 (30秒)</a:t>
            </a:r>
          </a:p>
          <a:p>
            <a:pPr>
              <a:spcBef>
                <a:spcPts val="1200"/>
              </a:spcBef>
              <a:defRPr sz="1800"/>
            </a:pPr>
            <a:r>
              <a:t>输入: 把 10 SUI 换成 USDT，滑点 50%</a:t>
            </a:r>
          </a:p>
          <a:p>
            <a:pPr>
              <a:spcBef>
                <a:spcPts val="1200"/>
              </a:spcBef>
              <a:defRPr sz="1800"/>
            </a:pPr>
            <a:r>
              <a:t>操作流程:</a:t>
            </a:r>
          </a:p>
          <a:p>
            <a:pPr>
              <a:spcBef>
                <a:spcPts val="1200"/>
              </a:spcBef>
              <a:defRPr sz="1800"/>
            </a:pPr>
            <a:r>
              <a:t>⚠️ 风险提示: "滑点过高 (50%)，建议设置为 1-3%"</a:t>
            </a:r>
          </a:p>
          <a:p>
            <a:pPr>
              <a:spcBef>
                <a:spcPts val="1200"/>
              </a:spcBef>
              <a:defRPr sz="1800"/>
            </a:pPr>
            <a:r>
              <a:t>解说: "系统会自动检测并提示潜在风险"</a:t>
            </a:r>
          </a:p>
          <a:p>
            <a:pPr>
              <a:spcBef>
                <a:spcPts val="1200"/>
              </a:spcBef>
              <a:defRPr sz="1800"/>
            </a:pPr>
            <a:r>
              <a:t>修改输入: "把 10 SUI 换成 USDT，滑点 2%"</a:t>
            </a:r>
          </a:p>
          <a:p>
            <a:pPr>
              <a:spcBef>
                <a:spcPts val="1200"/>
              </a:spcBef>
              <a:defRPr sz="1800"/>
            </a:pPr>
            <a:r>
              <a:t>重新解析，风险提示消失</a:t>
            </a:r>
          </a:p>
          <a:p>
            <a:pPr>
              <a:spcBef>
                <a:spcPts val="1200"/>
              </a:spcBef>
              <a:defRPr sz="1800"/>
            </a:pPr>
            <a:r>
              <a:t>解说要点:</a:t>
            </a:r>
          </a:p>
          <a:p>
            <a:pPr>
              <a:spcBef>
                <a:spcPts val="1200"/>
              </a:spcBef>
              <a:defRPr sz="1800"/>
            </a:pPr>
            <a:r>
              <a:t>"内置安全验证机制"</a:t>
            </a:r>
          </a:p>
          <a:p>
            <a:pPr>
              <a:spcBef>
                <a:spcPts val="1200"/>
              </a:spcBef>
              <a:defRPr sz="1800"/>
            </a:pPr>
            <a:r>
              <a:t>"实时风险评估"</a:t>
            </a:r>
          </a:p>
          <a:p>
            <a:pPr>
              <a:spcBef>
                <a:spcPts val="1200"/>
              </a:spcBef>
              <a:defRPr sz="1800"/>
            </a:pPr>
            <a:r>
              <a:t>"保护用户资产安全"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场景 4: 智能拆分 (30秒)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场景 4: 智能拆分 (30秒)</a:t>
            </a:r>
          </a:p>
          <a:p>
            <a:pPr>
              <a:spcBef>
                <a:spcPts val="1200"/>
              </a:spcBef>
              <a:defRPr sz="1800"/>
            </a:pPr>
            <a:r>
              <a:t>输入: 把我的 SUI 平均分成 3 份</a:t>
            </a:r>
          </a:p>
          <a:p>
            <a:pPr>
              <a:spcBef>
                <a:spcPts val="1200"/>
              </a:spcBef>
              <a:defRPr sz="1800"/>
            </a:pPr>
            <a:r>
              <a:t>操作流程:</a:t>
            </a:r>
          </a:p>
          <a:p>
            <a:pPr>
              <a:spcBef>
                <a:spcPts val="1200"/>
              </a:spcBef>
              <a:defRPr sz="1800"/>
            </a:pPr>
            <a:r>
              <a:t>Action: Split</a:t>
            </a:r>
          </a:p>
          <a:p>
            <a:pPr>
              <a:spcBef>
                <a:spcPts val="1200"/>
              </a:spcBef>
              <a:defRPr sz="1800"/>
            </a:pPr>
            <a:r>
              <a:t>Parts: 3 equal parts</a:t>
            </a:r>
          </a:p>
          <a:p>
            <a:pPr>
              <a:spcBef>
                <a:spcPts val="1200"/>
              </a:spcBef>
              <a:defRPr sz="1800"/>
            </a:pPr>
            <a:r>
              <a:t>每份金额自动计算</a:t>
            </a:r>
          </a:p>
          <a:p>
            <a:pPr>
              <a:spcBef>
                <a:spcPts val="1200"/>
              </a:spcBef>
              <a:defRPr sz="1800"/>
            </a:pPr>
            <a:r>
              <a:t>点击 "执行"</a:t>
            </a:r>
          </a:p>
          <a:p>
            <a:pPr>
              <a:spcBef>
                <a:spcPts val="1200"/>
              </a:spcBef>
              <a:defRPr sz="1800"/>
            </a:pPr>
            <a:r>
              <a:t>展示结果</a:t>
            </a:r>
          </a:p>
          <a:p>
            <a:pPr>
              <a:spcBef>
                <a:spcPts val="1200"/>
              </a:spcBef>
              <a:defRPr sz="1800"/>
            </a:pPr>
            <a:r>
              <a:t>解说要点:</a:t>
            </a:r>
          </a:p>
          <a:p>
            <a:pPr>
              <a:spcBef>
                <a:spcPts val="1200"/>
              </a:spcBef>
              <a:defRPr sz="1800"/>
            </a:pPr>
            <a:r>
              <a:t>"智能理解自然语言"</a:t>
            </a:r>
          </a:p>
          <a:p>
            <a:pPr>
              <a:spcBef>
                <a:spcPts val="1200"/>
              </a:spcBef>
              <a:defRPr sz="1800"/>
            </a:pPr>
            <a:r>
              <a:t>"自动计算分配比例"</a:t>
            </a:r>
          </a:p>
          <a:p>
            <a:pPr>
              <a:spcBef>
                <a:spcPts val="1200"/>
              </a:spcBef>
              <a:defRPr sz="1800"/>
            </a:pPr>
            <a:r>
              <a:t>"灵活的资产管理"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第三部分：录制技巧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第三部分：录制技巧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视觉效果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视觉效果</a:t>
            </a:r>
          </a:p>
          <a:p>
            <a:pPr>
              <a:spcBef>
                <a:spcPts val="1200"/>
              </a:spcBef>
              <a:defRPr sz="1800"/>
            </a:pPr>
            <a:r>
              <a:t>🎬 鼠标移动: 平滑流畅，不要快速抖动</a:t>
            </a:r>
          </a:p>
          <a:p>
            <a:pPr>
              <a:spcBef>
                <a:spcPts val="1200"/>
              </a:spcBef>
              <a:defRPr sz="1800"/>
            </a:pPr>
            <a:r>
              <a:t>🎬 点击节奏: 每次点击后停顿 0.5 秒</a:t>
            </a:r>
          </a:p>
          <a:p>
            <a:pPr>
              <a:spcBef>
                <a:spcPts val="1200"/>
              </a:spcBef>
              <a:defRPr sz="1800"/>
            </a:pPr>
            <a:r>
              <a:t>🎬 滚动: 如果内容超出屏幕，缓慢滚动</a:t>
            </a:r>
          </a:p>
          <a:p>
            <a:pPr>
              <a:spcBef>
                <a:spcPts val="1200"/>
              </a:spcBef>
              <a:defRPr sz="1800"/>
            </a:pPr>
            <a:r>
              <a:t>🎬 高亮: 使用鼠标指针指向重点内容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音频解说 (可选)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音频解说 (可选)</a:t>
            </a:r>
          </a:p>
          <a:p>
            <a:pPr>
              <a:spcBef>
                <a:spcPts val="1200"/>
              </a:spcBef>
              <a:defRPr sz="1800"/>
            </a:pPr>
            <a:r>
              <a:t>说话清晰，语速适中</a:t>
            </a:r>
          </a:p>
          <a:p>
            <a:pPr>
              <a:spcBef>
                <a:spcPts val="1200"/>
              </a:spcBef>
              <a:defRPr sz="1800"/>
            </a:pPr>
            <a:r>
              <a:t>提前准备解说稿</a:t>
            </a:r>
          </a:p>
          <a:p>
            <a:pPr>
              <a:spcBef>
                <a:spcPts val="1200"/>
              </a:spcBef>
              <a:defRPr sz="1800"/>
            </a:pPr>
            <a:r>
              <a:t>背景音乐选择: 轻科技感，音量 20%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时间控制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时间控制</a:t>
            </a:r>
          </a:p>
          <a:p>
            <a:pPr>
              <a:spcBef>
                <a:spcPts val="1200"/>
              </a:spcBef>
              <a:defRPr sz="1800"/>
            </a:pPr>
            <a:r>
              <a:t>总时长: 3-5 分钟</a:t>
            </a:r>
          </a:p>
          <a:p>
            <a:pPr>
              <a:spcBef>
                <a:spcPts val="1200"/>
              </a:spcBef>
              <a:defRPr sz="1800"/>
            </a:pPr>
            <a:r>
              <a:t>不要过度展示细节</a:t>
            </a:r>
          </a:p>
          <a:p>
            <a:pPr>
              <a:spcBef>
                <a:spcPts val="1200"/>
              </a:spcBef>
              <a:defRPr sz="1800"/>
            </a:pPr>
            <a:r>
              <a:t>保持流畅的叙事节奏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第四部分：检查清单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第四部分：检查清单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技术检查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技术检查</a:t>
            </a:r>
          </a:p>
          <a:p>
            <a:pPr>
              <a:spcBef>
                <a:spcPts val="1200"/>
              </a:spcBef>
              <a:defRPr sz="1800"/>
            </a:pPr>
            <a:r>
              <a:t>[ ] 钱包连接成功</a:t>
            </a:r>
          </a:p>
          <a:p>
            <a:pPr>
              <a:spcBef>
                <a:spcPts val="1200"/>
              </a:spcBef>
              <a:defRPr sz="1800"/>
            </a:pPr>
            <a:r>
              <a:t>[ ] 所有场景都能正常执行</a:t>
            </a:r>
          </a:p>
          <a:p>
            <a:pPr>
              <a:spcBef>
                <a:spcPts val="1200"/>
              </a:spcBef>
              <a:defRPr sz="1800"/>
            </a:pPr>
            <a:r>
              <a:t>[ ] 交易能在 Sui Explorer 查询到</a:t>
            </a:r>
          </a:p>
          <a:p>
            <a:pPr>
              <a:spcBef>
                <a:spcPts val="1200"/>
              </a:spcBef>
              <a:defRPr sz="1800"/>
            </a:pPr>
            <a:r>
              <a:t>[ ] 无控制台错误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内容检查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内容检查</a:t>
            </a:r>
          </a:p>
          <a:p>
            <a:pPr>
              <a:spcBef>
                <a:spcPts val="1200"/>
              </a:spcBef>
              <a:defRPr sz="1800"/>
            </a:pPr>
            <a:r>
              <a:t>[ ] 展示了钱包连接/断开</a:t>
            </a:r>
          </a:p>
          <a:p>
            <a:pPr>
              <a:spcBef>
                <a:spcPts val="1200"/>
              </a:spcBef>
              <a:defRPr sz="1800"/>
            </a:pPr>
            <a:r>
              <a:t>[ ] 至少演示了 3 个场景</a:t>
            </a:r>
          </a:p>
          <a:p>
            <a:pPr>
              <a:spcBef>
                <a:spcPts val="1200"/>
              </a:spcBef>
              <a:defRPr sz="1800"/>
            </a:pPr>
            <a:r>
              <a:t>[ ] 语音解说清晰（如果有）</a:t>
            </a:r>
          </a:p>
          <a:p>
            <a:pPr>
              <a:spcBef>
                <a:spcPts val="1200"/>
              </a:spcBef>
              <a:defRPr sz="1800"/>
            </a:pPr>
            <a:r>
              <a:t>[ ] 鼠标操作流畅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质量检查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质量检查</a:t>
            </a:r>
          </a:p>
          <a:p>
            <a:pPr>
              <a:spcBef>
                <a:spcPts val="1200"/>
              </a:spcBef>
              <a:defRPr sz="1800"/>
            </a:pPr>
            <a:r>
              <a:t>[ ] 画面清晰 (1080p)</a:t>
            </a:r>
          </a:p>
          <a:p>
            <a:pPr>
              <a:spcBef>
                <a:spcPts val="1200"/>
              </a:spcBef>
              <a:defRPr sz="1800"/>
            </a:pPr>
            <a:r>
              <a:t>[ ] 无水印或干扰元素</a:t>
            </a:r>
          </a:p>
          <a:p>
            <a:pPr>
              <a:spcBef>
                <a:spcPts val="1200"/>
              </a:spcBef>
              <a:defRPr sz="1800"/>
            </a:pPr>
            <a:r>
              <a:t>[ ] 时间控制在 3-5 分钟</a:t>
            </a:r>
          </a:p>
          <a:p>
            <a:pPr>
              <a:spcBef>
                <a:spcPts val="1200"/>
              </a:spcBef>
              <a:defRPr sz="1800"/>
            </a:pPr>
            <a:r>
              <a:t>[ ] 字幕或配音清晰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第五部分：黑客松提交材料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第五部分：黑客松提交材料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视频要求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视频要求</a:t>
            </a:r>
          </a:p>
          <a:p>
            <a:pPr>
              <a:spcBef>
                <a:spcPts val="1200"/>
              </a:spcBef>
              <a:defRPr sz="1800"/>
            </a:pPr>
            <a:r>
              <a:t>时长: 3-5 分钟</a:t>
            </a:r>
          </a:p>
          <a:p>
            <a:pPr>
              <a:spcBef>
                <a:spcPts val="1200"/>
              </a:spcBef>
              <a:defRPr sz="1800"/>
            </a:pPr>
            <a:r>
              <a:t>格式: MP4</a:t>
            </a:r>
          </a:p>
          <a:p>
            <a:pPr>
              <a:spcBef>
                <a:spcPts val="1200"/>
              </a:spcBef>
              <a:defRPr sz="1800"/>
            </a:pPr>
            <a:r>
              <a:t>分辨率: 1920x1080 或 1440x900</a:t>
            </a:r>
          </a:p>
          <a:p>
            <a:pPr>
              <a:spcBef>
                <a:spcPts val="1200"/>
              </a:spcBef>
              <a:defRPr sz="1800"/>
            </a:pPr>
            <a:r>
              <a:t>内容: Demo + 技术说明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提交清单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提交清单</a:t>
            </a:r>
          </a:p>
          <a:p>
            <a:pPr>
              <a:spcBef>
                <a:spcPts val="1200"/>
              </a:spcBef>
              <a:defRPr sz="1800"/>
            </a:pPr>
            <a:r>
              <a:t>[ ] Demo 视频</a:t>
            </a:r>
          </a:p>
          <a:p>
            <a:pPr>
              <a:spcBef>
                <a:spcPts val="1200"/>
              </a:spcBef>
              <a:defRPr sz="1800"/>
            </a:pPr>
            <a:r>
              <a:t>[ ] GitHub 仓库链接</a:t>
            </a:r>
          </a:p>
          <a:p>
            <a:pPr>
              <a:spcBef>
                <a:spcPts val="1200"/>
              </a:spcBef>
              <a:defRPr sz="1800"/>
            </a:pPr>
            <a:r>
              <a:t>[ ] 项目 README (包含技术栈)</a:t>
            </a:r>
          </a:p>
          <a:p>
            <a:pPr>
              <a:spcBef>
                <a:spcPts val="1200"/>
              </a:spcBef>
              <a:defRPr sz="1800"/>
            </a:pPr>
            <a:r>
              <a:t>[ ] 部署地址 (如果有)</a:t>
            </a:r>
          </a:p>
          <a:p>
            <a:pPr>
              <a:spcBef>
                <a:spcPts val="1200"/>
              </a:spcBef>
              <a:defRPr sz="1800"/>
            </a:pPr>
            <a:r>
              <a:t>[ ] PPT 或 PDF 说明文档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技术栈说明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技术栈说明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录制脚本示例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录制脚本示例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开场白 (10秒)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开场白 (10秒)</a:t>
            </a:r>
          </a:p>
          <a:p>
            <a:pPr>
              <a:spcBef>
                <a:spcPts val="1200"/>
              </a:spcBef>
              <a:defRPr sz="1800"/>
            </a:pPr>
            <a:r>
              <a:t>"大家好，我是 Sui Intent Agent 的开发者。今天展示如何用自然语言在 Sui 链上执行交易。"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场景 1 解说 (30秒)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场景 1 解说 (30秒)</a:t>
            </a:r>
          </a:p>
          <a:p>
            <a:pPr>
              <a:spcBef>
                <a:spcPts val="1200"/>
              </a:spcBef>
              <a:defRPr sz="1800"/>
            </a:pPr>
            <a:r>
              <a:t>"首先，我连接 Sui Wallet。现在输入 '把 10 SUI 换成 USDT，滑点 3%'。点击解析意图，AI 自动分析并构建 PTB。可以看到交易摘要很清晰。现在签名执行，交易成功！"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结束语 (10秒)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结束语 (10秒)</a:t>
            </a:r>
          </a:p>
          <a:p>
            <a:pPr>
              <a:spcBef>
                <a:spcPts val="1200"/>
              </a:spcBef>
              <a:defRPr sz="1800"/>
            </a:pPr>
            <a:r>
              <a:t>"Sui Intent Agent 让区块链交易变得简单易懂。感谢观看！"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后续步骤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后续步骤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视频编辑 (可选)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视频编辑 (可选)</a:t>
            </a:r>
          </a:p>
          <a:p>
            <a:pPr>
              <a:spcBef>
                <a:spcPts val="1200"/>
              </a:spcBef>
              <a:defRPr sz="1800"/>
            </a:pPr>
            <a:r>
              <a:t>添加片头片尾 (5秒)</a:t>
            </a:r>
          </a:p>
          <a:p>
            <a:pPr>
              <a:spcBef>
                <a:spcPts val="1200"/>
              </a:spcBef>
              <a:defRPr sz="1800"/>
            </a:pPr>
            <a:r>
              <a:t>插入字幕</a:t>
            </a:r>
          </a:p>
          <a:p>
            <a:pPr>
              <a:spcBef>
                <a:spcPts val="1200"/>
              </a:spcBef>
              <a:defRPr sz="1800"/>
            </a:pPr>
            <a:r>
              <a:t>调整节奏和转场</a:t>
            </a:r>
          </a:p>
          <a:p>
            <a:pPr>
              <a:spcBef>
                <a:spcPts val="1200"/>
              </a:spcBef>
              <a:defRPr sz="1800"/>
            </a:pPr>
            <a:r>
              <a:t>添加背景音乐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上传准备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上传准备</a:t>
            </a:r>
          </a:p>
          <a:p>
            <a:pPr>
              <a:spcBef>
                <a:spcPts val="1200"/>
              </a:spcBef>
              <a:defRPr sz="1800"/>
            </a:pPr>
            <a:r>
              <a:t>文件命名: sui-intent-agent-demo.mp4</a:t>
            </a:r>
          </a:p>
          <a:p>
            <a:pPr>
              <a:spcBef>
                <a:spcPts val="1200"/>
              </a:spcBef>
              <a:defRPr sz="1800"/>
            </a:pPr>
            <a:r>
              <a:t>文件大小: &lt; 100MB (如果有限制)</a:t>
            </a:r>
          </a:p>
          <a:p>
            <a:pPr>
              <a:spcBef>
                <a:spcPts val="1200"/>
              </a:spcBef>
              <a:defRPr sz="1800"/>
            </a:pPr>
            <a:r>
              <a:t>备份原文件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常见问题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常见问题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Q: 交易失败怎么办？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Q: 交易失败怎么办？</a:t>
            </a:r>
          </a:p>
          <a:p>
            <a:pPr>
              <a:spcBef>
                <a:spcPts val="1200"/>
              </a:spcBef>
              <a:defRPr sz="1800"/>
            </a:pPr>
            <a:r>
              <a:t>A: 检查钱包余额，确保有足够的 SUI 支付 Gas 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Q: 钱包不弹出签名窗口？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Q: 钱包不弹出签名窗口？</a:t>
            </a:r>
          </a:p>
          <a:p>
            <a:pPr>
              <a:spcBef>
                <a:spcPts val="1200"/>
              </a:spcBef>
              <a:defRPr sz="1800"/>
            </a:pPr>
            <a:r>
              <a:t>A: 刷新页面，重新连接钱包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Q: 找不到交易记录？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Q: 找不到交易记录？</a:t>
            </a:r>
          </a:p>
          <a:p>
            <a:pPr>
              <a:spcBef>
                <a:spcPts val="1200"/>
              </a:spcBef>
              <a:defRPr sz="1800"/>
            </a:pPr>
            <a:r>
              <a:t>A: 在 Sui Explorer (testnet) 输入 Transaction Digest 查询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Q: 录制时出错？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Q: 录制时出错？</a:t>
            </a:r>
          </a:p>
          <a:p>
            <a:pPr>
              <a:spcBef>
                <a:spcPts val="1200"/>
              </a:spcBef>
              <a:defRPr sz="1800"/>
            </a:pPr>
            <a:r>
              <a:t>A: 暂停录制，整理好状态后重新开始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总结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关键亮点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关键亮点</a:t>
            </a:r>
          </a:p>
          <a:p>
            <a:pPr>
              <a:spcBef>
                <a:spcPts val="1200"/>
              </a:spcBef>
              <a:defRPr sz="1800"/>
            </a:pPr>
            <a:r>
              <a:t>🌟 自然语言交互</a:t>
            </a:r>
          </a:p>
          <a:p>
            <a:pPr>
              <a:spcBef>
                <a:spcPts val="1200"/>
              </a:spcBef>
              <a:defRPr sz="1800"/>
            </a:pPr>
            <a:r>
              <a:t>🌟 AI 驱动的意图解析</a:t>
            </a:r>
          </a:p>
          <a:p>
            <a:pPr>
              <a:spcBef>
                <a:spcPts val="1200"/>
              </a:spcBef>
              <a:defRPr sz="1800"/>
            </a:pPr>
            <a:r>
              <a:t>🌟 Sui PTB 技术展示</a:t>
            </a:r>
          </a:p>
          <a:p>
            <a:pPr>
              <a:spcBef>
                <a:spcPts val="1200"/>
              </a:spcBef>
              <a:defRPr sz="1800"/>
            </a:pPr>
            <a:r>
              <a:t>🌟 完整的钱包集成</a:t>
            </a:r>
          </a:p>
          <a:p>
            <a:pPr>
              <a:spcBef>
                <a:spcPts val="1200"/>
              </a:spcBef>
              <a:defRPr sz="1800"/>
            </a:pPr>
            <a:r>
              <a:t>🌟 安全验证机制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提交口号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提交口号</a:t>
            </a:r>
          </a:p>
          <a:p>
            <a:pPr>
              <a:spcBef>
                <a:spcPts val="1200"/>
              </a:spcBef>
              <a:defRPr sz="1800"/>
            </a:pPr>
            <a:r>
              <a:t>"让区块链交易像对话一样简单 - Sui Intent Agent"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额外资源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/>
            </a:pPr>
            <a:r>
              <a:t>额外资源</a:t>
            </a:r>
          </a:p>
          <a:p>
            <a:pPr>
              <a:spcBef>
                <a:spcPts val="1200"/>
              </a:spcBef>
              <a:defRPr sz="1800"/>
            </a:pPr>
            <a:r>
              <a:t>项目仓库: [GitHub 链接]</a:t>
            </a:r>
          </a:p>
          <a:p>
            <a:pPr>
              <a:spcBef>
                <a:spcPts val="1200"/>
              </a:spcBef>
              <a:defRPr sz="1800"/>
            </a:pPr>
            <a:r>
              <a:t>在线 Demo: [部署地址]</a:t>
            </a:r>
          </a:p>
          <a:p>
            <a:pPr>
              <a:spcBef>
                <a:spcPts val="1200"/>
              </a:spcBef>
              <a:defRPr sz="1800"/>
            </a:pPr>
            <a:r>
              <a:t>Sui 文档: https://docs.sui.io/</a:t>
            </a:r>
          </a:p>
          <a:p>
            <a:pPr>
              <a:spcBef>
                <a:spcPts val="1200"/>
              </a:spcBef>
              <a:defRPr sz="1800"/>
            </a:pPr>
            <a:r>
              <a:t>黑客松页面: [链接]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Untitled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祝录制顺利！🎬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